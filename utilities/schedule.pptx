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MongoDB Mastering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Timings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Per-block durations · 5.5 h instructional / day · 67% lab</a:t>
            </a:r>
          </a:p>
          <a:p>
            <a:pPr lvl="0" indent="0" marL="0">
              <a:buNone/>
            </a:pPr>
            <a:r>
              <a:rPr/>
              <a:t>Note: The companion </a:t>
            </a:r>
            <a:r>
              <a:rPr>
                <a:latin typeface="Courier"/>
              </a:rPr>
              <a:t>schedule.html</a:t>
            </a:r>
            <a:r>
              <a:rPr/>
              <a:t> is the same deck rendered from this Markdown source via the reveal.js markdown plugin.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1 — Fundamentals &amp; Core Operations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NoSQL intro + Shell &amp; Server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</a:t>
                      </a:r>
                      <a:r>
                        <a:rPr/>
                        <a:t> — MongoDB Shell Mastery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Database &amp; Collection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2</a:t>
                      </a:r>
                      <a:r>
                        <a:rPr/>
                        <a:t> — Database &amp; Collection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CRUD — Create &amp; Insert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3</a:t>
                      </a:r>
                      <a:r>
                        <a:rPr/>
                        <a:t> — CRUD Create &amp; Insert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CRUD — Read &amp; Query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4</a:t>
                      </a:r>
                      <a:r>
                        <a:rPr/>
                        <a:t> — CRUD Read &amp; Query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CRUD — Update &amp; 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5</a:t>
                      </a:r>
                      <a:r>
                        <a:rPr/>
                        <a:t> — CRUD Update &amp; 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Day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presentation 105 min · lab 225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2 — Advanced Querying &amp;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Advanced Querying Techniques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6</a:t>
                      </a:r>
                      <a:r>
                        <a:rPr/>
                        <a:t> — Advanced Query Techniques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Aggregation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7</a:t>
                      </a:r>
                      <a:r>
                        <a:rPr/>
                        <a:t> — Aggregation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 core </a:t>
                      </a:r>
                      <a:r>
                        <a:rPr i="1"/>
                        <a:t>(D/E stretch)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Indexing &amp;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8</a:t>
                      </a:r>
                      <a:r>
                        <a:rPr/>
                        <a:t> — Indexing &amp;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 core </a:t>
                      </a:r>
                      <a:r>
                        <a:rPr i="1"/>
                        <a:t>(C/D stretch)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Schema Design Patterns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9</a:t>
                      </a:r>
                      <a:r>
                        <a:rPr/>
                        <a:t> — Data Modeling &amp; Schema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10</a:t>
                      </a:r>
                      <a:r>
                        <a:rPr/>
                        <a:t> — MongoDB 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Day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presentation 105 min · lab 225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3 — Advanced Features &amp; Production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/>
                <a:gridCol w="4699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Replica Sets &amp; High Availability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11</a:t>
                      </a:r>
                      <a:r>
                        <a:rPr/>
                        <a:t> — Replica Sets &amp; 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Sharding &amp; Horizontal 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12</a:t>
                      </a:r>
                      <a:r>
                        <a:rPr/>
                        <a:t> — Sharding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Wrap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Change Streams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13</a:t>
                      </a:r>
                      <a:r>
                        <a:rPr/>
                        <a:t> — Change Streams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📽️ Production + Driver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Lab 14a / 14b / 14c</a:t>
                      </a:r>
                      <a:r>
                        <a:rPr/>
                        <a:t> — Application Integration </a:t>
                      </a:r>
                      <a:r>
                        <a:rPr i="1"/>
                        <a:t>(pick one)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Day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presentation 115 min · lab 215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Three-Day Totals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Lab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5h 25m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11h 5m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67% lab across the full 3-day course.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2026-05-04T21:33:09Z</dcterms:created>
  <dcterms:modified xsi:type="dcterms:W3CDTF">2026-05-04T21:33:09Z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